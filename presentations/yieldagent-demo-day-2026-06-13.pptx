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E0B9"/>
                </a:solidFill>
              </a:rPr>
              <a:t>AI WEB3 SCHOOL · COBO HACKATHON DEMO DAY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YieldAgent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94360" y="1938528"/>
            <a:ext cx="685800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6E3EF"/>
                </a:solidFill>
              </a:rPr>
              <a:t>Pact-first DeFi 策略 Agent：让 AI 可以提出收益策略，但只能在用户授权的边界内执行。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52360" y="10058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0D1C2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8120" y="1417320"/>
            <a:ext cx="347472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BFF"/>
                </a:solidFill>
              </a:rPr>
              <a:t>不是把钱包交给 AI，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7FBFF"/>
                </a:solidFill>
              </a:rPr>
              <a:t>而是把 AI 放进权限盒子。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3154680"/>
            <a:ext cx="1874520" cy="411480"/>
          </a:xfrm>
          <a:prstGeom prst="roundRect">
            <a:avLst>
              <a:gd name="adj" fmla="val 26667"/>
            </a:avLst>
          </a:prstGeom>
          <a:solidFill>
            <a:srgbClr val="16283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328269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8F5"/>
                </a:solidFill>
              </a:rPr>
              <a:t>Agent proposes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154680"/>
            <a:ext cx="1874520" cy="411480"/>
          </a:xfrm>
          <a:prstGeom prst="roundRect">
            <a:avLst>
              <a:gd name="adj" fmla="val 26667"/>
            </a:avLst>
          </a:prstGeom>
          <a:solidFill>
            <a:srgbClr val="16283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328269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8F5"/>
                </a:solidFill>
              </a:rPr>
              <a:t>Pact decides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3154680"/>
            <a:ext cx="1874520" cy="411480"/>
          </a:xfrm>
          <a:prstGeom prst="roundRect">
            <a:avLst>
              <a:gd name="adj" fmla="val 26667"/>
            </a:avLst>
          </a:prstGeom>
          <a:solidFill>
            <a:srgbClr val="16283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328269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E8F5"/>
                </a:solidFill>
              </a:rPr>
              <a:t>CAW executes only when allowed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Quinn / baikingrio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4–5 min final demo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F78"/>
                </a:solidFill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017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Web3 Agent 如果直接拿钱包权限，风险太大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52578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95728"/>
            <a:ext cx="4617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727"/>
                </a:solidFill>
              </a:rPr>
              <a:t>用户不知道 Agent 的边界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4572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449"/>
                </a:solidFill>
              </a:rPr>
              <a:t>最多能花多少钱？能调用哪些协议？能不能换未知 token？失败后怎么追踪？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09360" y="2057400"/>
            <a:ext cx="52578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395728"/>
            <a:ext cx="46177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727"/>
                </a:solidFill>
              </a:rPr>
              <a:t>成功路径之外更需要解释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83680" y="3063240"/>
            <a:ext cx="45720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63449"/>
                </a:solidFill>
              </a:rPr>
              <a:t>一个安全的链上 Agent，必须能说明 allowed / denied / pending / failed 每一步为什么发生。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84"/>
                </a:solidFill>
              </a:rPr>
              <a:t>核心问题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084"/>
                </a:solidFill>
              </a:rPr>
              <a:t>AI Agent 如何在受限授权边界内执行 DeFi 策略？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E0B9"/>
                </a:solidFill>
              </a:rPr>
              <a:t>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三层安全执行模型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0D1C2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22677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8E0B9"/>
          </a:solidFill>
          <a:ln w="12700">
            <a:solidFill>
              <a:srgbClr val="28E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39572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7FBFF"/>
                </a:solidFill>
              </a:rPr>
              <a:t>Agent proposes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50392" y="3456432"/>
            <a:ext cx="2880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E3EF"/>
                </a:solidFill>
              </a:rPr>
              <a:t>把自然语言收益意图转换成结构化 proposal：预算、资产、协议、期限、风险偏好。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6552" y="19659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0D1C2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2677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8E0B9"/>
          </a:solidFill>
          <a:ln w="12700">
            <a:solidFill>
              <a:srgbClr val="28E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239572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72584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7FBFF"/>
                </a:solidFill>
              </a:rPr>
              <a:t>Pact decides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72584" y="3456432"/>
            <a:ext cx="2880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E3EF"/>
                </a:solidFill>
              </a:rPr>
              <a:t>用户先看到 Pact Preview：什么允许、什么不允许。proposal 不等于授权。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38744" y="1965960"/>
            <a:ext cx="3429000" cy="2423160"/>
          </a:xfrm>
          <a:prstGeom prst="roundRect">
            <a:avLst>
              <a:gd name="adj" fmla="val 4528"/>
            </a:avLst>
          </a:prstGeom>
          <a:solidFill>
            <a:srgbClr val="0D1C2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94776" y="2267712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8E0B9"/>
          </a:solidFill>
          <a:ln w="12700">
            <a:solidFill>
              <a:srgbClr val="28E0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1936" y="239572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11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94776" y="2834640"/>
            <a:ext cx="288036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7FBFF"/>
                </a:solidFill>
              </a:rPr>
              <a:t>CAW executes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494776" y="3456432"/>
            <a:ext cx="2880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E3EF"/>
                </a:solidFill>
              </a:rPr>
              <a:t>Cobo Agentic Wallet 只在 active Pact 边界内执行；越界动作拒绝并记录日志。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Design principle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最小权限 · 可撤销 · 可审计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F78"/>
                </a:solidFill>
              </a:rPr>
              <a:t>LIVE DEMO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17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评审 30 秒内进入主流程，不被钱包准备卡住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727"/>
                </a:solidFill>
              </a:rPr>
              <a:t>Landing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24328"/>
            <a:ext cx="2834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打开公开 Demo 链接，说明项目定位。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96596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727"/>
                </a:solidFill>
              </a:rPr>
              <a:t>Try Demo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624328"/>
            <a:ext cx="2834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无需先连接钱包，直接进入控制台。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83880" y="196596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727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624328"/>
            <a:ext cx="2834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查看 preset CAW Agent Wallet、余额与状态。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56616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727"/>
                </a:solidFill>
              </a:rPr>
              <a:t>Strategy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4224528"/>
            <a:ext cx="2834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创建/查看收益策略 proposal。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56616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727"/>
                </a:solidFill>
              </a:rPr>
              <a:t>Pact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4224528"/>
            <a:ext cx="2834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检查预算、资产、协议、期限边界。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83880" y="356616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727"/>
                </a:solidFill>
              </a:rPr>
              <a:t>Audit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4224528"/>
            <a:ext cx="28346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查看 allowed / denied / failed / pending 日志。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84"/>
                </a:solidFill>
              </a:rPr>
              <a:t>Demo URL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084"/>
                </a:solidFill>
              </a:rPr>
              <a:t>https://yield-agent-eta.vercel.app/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E0B9"/>
                </a:solidFill>
              </a:rPr>
              <a:t>PRODUCT SURFACE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展示的不只是收益，而是权限状态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9728" cy="109728"/>
          </a:xfrm>
          <a:prstGeom prst="ellipse">
            <a:avLst/>
          </a:prstGeom>
          <a:solidFill>
            <a:srgbClr val="28E0B9"/>
          </a:solidFill>
          <a:ln w="12700">
            <a:solidFill>
              <a:srgbClr val="28E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3EF"/>
                </a:solidFill>
              </a:rPr>
              <a:t>Agent Wallet 不是用户完整 EOA 钱包。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2679192"/>
            <a:ext cx="109728" cy="109728"/>
          </a:xfrm>
          <a:prstGeom prst="ellipse">
            <a:avLst/>
          </a:prstGeom>
          <a:solidFill>
            <a:srgbClr val="28E0B9"/>
          </a:solidFill>
          <a:ln w="12700">
            <a:solidFill>
              <a:srgbClr val="28E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3EF"/>
                </a:solidFill>
              </a:rPr>
              <a:t>Pact Preview 先定义执行边界。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58368" y="3392424"/>
            <a:ext cx="109728" cy="10972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73552"/>
            <a:ext cx="4572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6E3EF"/>
                </a:solidFill>
              </a:rPr>
              <a:t>越界动作被拒绝，而不是静默执行。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06440" y="1143000"/>
            <a:ext cx="5806440" cy="4160520"/>
          </a:xfrm>
          <a:prstGeom prst="roundRect">
            <a:avLst>
              <a:gd name="adj" fmla="val 2637"/>
            </a:avLst>
          </a:prstGeom>
          <a:solidFill>
            <a:srgbClr val="0A1424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1143000"/>
            <a:ext cx="5806440" cy="347472"/>
          </a:xfrm>
          <a:prstGeom prst="rect">
            <a:avLst/>
          </a:prstGeom>
          <a:solidFill>
            <a:srgbClr val="101D31"/>
          </a:solidFill>
          <a:ln w="12700">
            <a:solidFill>
              <a:srgbClr val="101D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737360"/>
            <a:ext cx="2194560" cy="658368"/>
          </a:xfrm>
          <a:prstGeom prst="roundRect">
            <a:avLst>
              <a:gd name="adj" fmla="val 16667"/>
            </a:avLst>
          </a:prstGeom>
          <a:solidFill>
            <a:srgbClr val="14243A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755648"/>
            <a:ext cx="2606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FBFF"/>
                </a:solidFill>
              </a:rPr>
              <a:t>CAW Agent Wallet · Ready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4964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E3EF"/>
                </a:solidFill>
              </a:rPr>
              <a:t>Preset wallet synced from Cobo · Base Sepolia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58200" y="251460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14243A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0" y="251460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14243A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41080" y="2761488"/>
            <a:ext cx="960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E3EF"/>
                </a:solidFill>
              </a:rPr>
              <a:t>Pact Boundary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3EF"/>
                </a:solidFill>
              </a:rPr>
              <a:t>Budget cap · allowlist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49840" y="2761488"/>
            <a:ext cx="96012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E3EF"/>
                </a:solidFill>
              </a:rPr>
              <a:t>Execution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3EF"/>
                </a:solidFill>
              </a:rPr>
              <a:t>Allowed / denied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58200" y="3703320"/>
            <a:ext cx="2834640" cy="777240"/>
          </a:xfrm>
          <a:prstGeom prst="roundRect">
            <a:avLst>
              <a:gd name="adj" fmla="val 14118"/>
            </a:avLst>
          </a:prstGeom>
          <a:solidFill>
            <a:srgbClr val="14243A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41080" y="3950208"/>
            <a:ext cx="246888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E3EF"/>
                </a:solidFill>
              </a:rPr>
              <a:t>Recent Logs: denied — protocol not in allowlist. No transaction submitted.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Demo emphasis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安全边界比“AI 自动化”更重要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8F78"/>
                </a:solidFill>
              </a:rPr>
              <a:t>IMPLEMENTATION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017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技术栈与执行链路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76272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1727"/>
                </a:solidFill>
              </a:rPr>
              <a:t>Frontend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283464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Nuxt 4 · Vue 3 · TypeScript · Tailwind · shadcn-vue style 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187452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2176272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1727"/>
                </a:solidFill>
              </a:rPr>
              <a:t>Wallet / Pact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45152" y="2697480"/>
            <a:ext cx="283464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Cobo Agentic Wallet · Pact · Base Sepolia · pact-scoped execution key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38744" y="187452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176272"/>
            <a:ext cx="29260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01727"/>
                </a:solidFill>
              </a:rPr>
              <a:t>Agent / Logs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467344" y="2697480"/>
            <a:ext cx="283464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449"/>
                </a:solidFill>
              </a:rPr>
              <a:t>Hermes runtime · deterministic validation · SQLite / Supabase Postgres · audit trail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069080"/>
            <a:ext cx="10972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DD2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70832"/>
            <a:ext cx="1024128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449"/>
                </a:solidFill>
              </a:rPr>
              <a:t>关键实现点：active Pact 执行必须使用 Pact 子 Key，不 silent fallback 到 Agent 主 Key；状态与日志需要持久化，才能让执行边界可追踪。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084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084"/>
                </a:solidFill>
              </a:rPr>
              <a:t>Browser → Nitro API → DB/Logs → Hermes → Cobo CAW/Pact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E0B9"/>
                </a:solidFill>
              </a:rPr>
              <a:t>WHY IT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项目亮点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D1C2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395728"/>
            <a:ext cx="28346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</a:rPr>
              <a:t>Pact-first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50392" y="3127248"/>
            <a:ext cx="2834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E3EF"/>
                </a:solidFill>
              </a:rPr>
              <a:t>先展示授权边界，再展示收益动作。不是 profit-first 的黑盒自动化。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6552" y="196596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D1C2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72584" y="2395728"/>
            <a:ext cx="28346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</a:rPr>
              <a:t>拒绝也是能力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672584" y="3127248"/>
            <a:ext cx="2834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E3EF"/>
                </a:solidFill>
              </a:rPr>
              <a:t>denied path 证明 policy 真的存在，Agent 不能绕过用户授权。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38744" y="196596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0D1C2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94776" y="2395728"/>
            <a:ext cx="283464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7FBFF"/>
                </a:solidFill>
              </a:rPr>
              <a:t>可解释审计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494776" y="3127248"/>
            <a:ext cx="283464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6E3EF"/>
                </a:solidFill>
              </a:rPr>
              <a:t>每次 allowed / pending / failed 都能回看原因、状态和日志。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Takeaway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安全的 Web3 Agent 应该能说明：能做什么，也不能做什么。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E0B9"/>
                </a:solidFill>
              </a:rPr>
              <a:t>CLOSING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0972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可以提出策略，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但不能绕过授权。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94360" y="3063240"/>
            <a:ext cx="9601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6E3EF"/>
                </a:solidFill>
              </a:rPr>
              <a:t>YieldAgent 用 Pact 定义边界，用 CAW 受限执行，用日志解释每一步。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4160520"/>
            <a:ext cx="3749040" cy="438912"/>
          </a:xfrm>
          <a:prstGeom prst="roundRect">
            <a:avLst>
              <a:gd name="adj" fmla="val 25000"/>
            </a:avLst>
          </a:prstGeom>
          <a:solidFill>
            <a:srgbClr val="16283F">
              <a:alpha val="92000"/>
            </a:srgbClr>
          </a:solidFill>
          <a:ln w="12700">
            <a:solidFill>
              <a:srgbClr val="314157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315968"/>
            <a:ext cx="3246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6E3EF"/>
                </a:solidFill>
              </a:rPr>
              <a:t>GitHub: github.com/baikingrio/yield-agent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642823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Thank you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315200" y="6428232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7A0"/>
                </a:solidFill>
              </a:rPr>
              <a:t>YieldAgent · Quinn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Web3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YieldAgent Demo Day Final Presentation</dc:title>
  <dc:subject>YieldAgent Demo Day</dc:subject>
  <dc:creator>Quinn / baikingrio</dc:creator>
  <cp:lastModifiedBy>Quinn / baikingrio</cp:lastModifiedBy>
  <cp:revision>1</cp:revision>
  <dcterms:created xsi:type="dcterms:W3CDTF">2026-06-13T16:41:50Z</dcterms:created>
  <dcterms:modified xsi:type="dcterms:W3CDTF">2026-06-13T16:41:50Z</dcterms:modified>
</cp:coreProperties>
</file>